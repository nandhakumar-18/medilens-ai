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MediLensAI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Offline Personal Health Intelligence &amp; Early Warning System</a:t>
            </a:r>
            <a:br/>
            <a:r>
              <a:t>Multi-Modal Diagnostic Edge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100% Offline Edge Computation — Zero Cloud Dependency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Multi-Modal AI: Tesseract OCR + Computer Vision (ECG, X-Ray, Dermatology)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Enterprise Security: Device SIM SMS &amp; TOTP QR Authenticator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EMR Standard: HL7 FHIR R4 JSON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Problem Statement &amp; Clinical Need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Healthcare Barriers in Rural &amp; Off-Grid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Rural Healthcare Gap: Primary Health Centers (PHCs) lack stable internet &amp; cloud access.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Delayed Diagnostics: Printed lab reports &amp; ECG traces require manual expert review.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Data Privacy Risks: Uploading sensitive medical records to cloud servers violates patient privacy.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Solution: A 100% offline, self-contained health intelligence system operating locally.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Technology Stack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Robust, Lightweight &amp; Entirely Offline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Core Framework: Python 3.14 + Flask (WSGI Server)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Database Engine: SQLite3 (Schema Migrations &amp; Indexing)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OCR &amp; Vision: Tesseract OCR, PyTesseract, OpenCV, NumPy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Visualization: Chart.js (Local Bundle — Radar, Gauges, Bar &amp; Doughnut)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Security: Python HMAC/SHA1, RFC 6238 TOTP Engine, SQLite User Quotas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Multi-Modal Diagnostic Engines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Comprehensive Analysis Across 4 Medical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🧪 Blood Lab Reports: Tesseract OCR extracts Hb, Sugar, BP, Creatinine, WBC, RBC, Urea.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🫀 ECG Waveforms: Computer vision calculates QRS complex duration &amp; cardiac rhythm regularity.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🩻 Chest X-Rays: Measures pulmonary radiodensity &amp; Cardiothoracic Ratio (CTR).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🔍 Dermatology: Dermoscopy ABCD asymmetry, border regularity, &amp; nevus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Offline Security &amp; Password Recovery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Innovations in Zero-Internet User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📱 Device SIM SMS OTP: Dispatches 6-digit text via native Android SmsManager or USB SIM Dongle.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📸 RFC 6238 TOTP QR Authenticator: Compatible with Google/Microsoft Authenticator (0% Internet).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🔐 30-Day Device Auto-Login: Persistent secure session cookies remember authorized laptops.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🛡️ Storage Isolation: Patient files isolated to static/uploads/user_&lt;id&gt;/.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System Architecture &amp; Database Schema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Relational Data Structure &amp; Component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Users Entity: Manages roles (Doctor vs Patient), mobile uniqueness, &amp; TOTP keys.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Reports Entity: Stores upload metadata, diagnostic type, &amp; 4-point risk score.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Health Parameters Entity: Stores extracted biomarker values, units, &amp; reference ranges.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Alerts &amp; Recommendations Entities: Stores real-time warnings &amp; personalized advice.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Clinical EMR Standard — HL7 FHIR R4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Seamless Hospital Software Interoperability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HL7 FHIR R4 JSON Exporter: Generates official FHIR Bundles (Patient, Observation, DiagnosticReport).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Hospital Integration: Enables Epic, Cerner, &amp; Bahmni EMRs to import MediLensAI reports directly.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ABDM Alignment: Complies with India's Ayushman Bharat Digital Mission standards.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100% Offline Generation: Built locally via modules/fhir_exporter.py.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User Experience &amp; Data Visualization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Dark Glassmorphism Interface Designed for Actionability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Vibrant Dark Mode UI: High-contrast glassmorphism cards &amp; responsive mobile layout.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Interactive Charts: Health Risk Radar, Semi-Circular Gauges, Bar &amp; Doughnut Distribution.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Voice Readout: English Web Speech API audio summaries.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Visual Upload Confirmation: Instant green highlight badge when selecting PDF/image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Advantages &amp; Competitive Edge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Why MediLensAI Outperforms Existing Cloud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Zero Operating Cost: 0% monthly cloud subscription fees or API billing.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100% Data Privacy: Patient records never leave local device storage.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High Reliability: Functions continuously during power blackouts &amp; network outages.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Scalable Tiering: Capped 5 uploads/day for Patients, unlimited for Doctors.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Conclusion &amp; Future Roadmap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Empowering Offline Healthcare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Conclusion: MediLensAI brings cutting-edge medical AI &amp; EMR standards to offline clinics.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Future Roadmap 1: On-device ONNX / TFLite deep learning segmentation models.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Future Roadmap 2: Bluetooth BLE vital sign wristband integration.</a:t>
            </a:r>
          </a:p>
          <a:p>
            <a:pPr>
              <a:spcAft>
                <a:spcPts val="1600"/>
              </a:spcAft>
              <a:defRPr sz="2000">
                <a:solidFill>
                  <a:srgbClr val="F1F5F9"/>
                </a:solidFill>
              </a:defRPr>
            </a:pPr>
            <a:r>
              <a:t>•  Future Roadmap 3: Peer-to-Peer Wi-Fi Direct local mesh clinic database sync.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